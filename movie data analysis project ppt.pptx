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97" d="100"/>
          <a:sy n="97" d="100"/>
        </p:scale>
        <p:origin x="6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04-05-2026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9540</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Dell</cp:lastModifiedBy>
  <cp:revision>1411</cp:revision>
  <dcterms:created xsi:type="dcterms:W3CDTF">2022-12-29T08:52:07Z</dcterms:created>
  <dcterms:modified xsi:type="dcterms:W3CDTF">2026-05-03T19:54:23Z</dcterms:modified>
</cp:coreProperties>
</file>